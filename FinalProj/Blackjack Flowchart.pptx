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9B4609-FBE4-4254-922F-9EE39BCC14FD}" v="1" dt="2026-07-31T16:51:44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>
        <p:scale>
          <a:sx n="81" d="100"/>
          <a:sy n="81" d="100"/>
        </p:scale>
        <p:origin x="51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 Orlando" userId="7e08e50b-232d-4595-a642-3dcfcb0c9da8" providerId="ADAL" clId="{19755FF4-2A3C-484A-A055-40E71E8880AD}"/>
    <pc:docChg chg="modSld">
      <pc:chgData name="Phil Orlando" userId="7e08e50b-232d-4595-a642-3dcfcb0c9da8" providerId="ADAL" clId="{19755FF4-2A3C-484A-A055-40E71E8880AD}" dt="2026-07-31T16:51:44.380" v="0" actId="11529"/>
      <pc:docMkLst>
        <pc:docMk/>
      </pc:docMkLst>
      <pc:sldChg chg="addSp modSp">
        <pc:chgData name="Phil Orlando" userId="7e08e50b-232d-4595-a642-3dcfcb0c9da8" providerId="ADAL" clId="{19755FF4-2A3C-484A-A055-40E71E8880AD}" dt="2026-07-31T16:51:44.380" v="0" actId="11529"/>
        <pc:sldMkLst>
          <pc:docMk/>
          <pc:sldMk cId="1835451417" sldId="256"/>
        </pc:sldMkLst>
        <pc:spChg chg="add mod">
          <ac:chgData name="Phil Orlando" userId="7e08e50b-232d-4595-a642-3dcfcb0c9da8" providerId="ADAL" clId="{19755FF4-2A3C-484A-A055-40E71E8880AD}" dt="2026-07-31T16:51:44.380" v="0" actId="11529"/>
          <ac:spMkLst>
            <pc:docMk/>
            <pc:sldMk cId="1835451417" sldId="256"/>
            <ac:spMk id="112" creationId="{312136F6-CC3D-E9D7-2AC9-872CFAD914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D7288-F21B-3A86-F7AC-DC1A75948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79CF9-3055-7693-0A71-421ECDFC4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5F7F1-66D8-18BE-66FA-38230DBC5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08C9-8144-4DA8-8E6B-94657F7F926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3C733-831A-8EEE-C8ED-04C2927A6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3DB03-453E-70ED-7861-CD50581E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7D37-C59E-440F-91D7-15227214B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3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7D3D0-A002-E5D6-D2B4-EE743881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ACA36-9D32-A068-46E0-721F8F8E0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6B298-B127-C33A-56EE-BF4C3083D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08C9-8144-4DA8-8E6B-94657F7F926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D0A6E-65AD-40B1-A621-255D6453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ED6AF-930D-8F31-E8EE-9F60070C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7D37-C59E-440F-91D7-15227214B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3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A6D5-B9A4-EDE3-1D77-7B9DBDA2E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E3337-9DAC-111E-A18F-75B840AF2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FD0C6-948E-BDC0-FAF2-16819969A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08C9-8144-4DA8-8E6B-94657F7F926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79D61-F879-9F00-26C1-94DE7CDA1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0AB14-DAED-10EE-8296-00209AECC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7D37-C59E-440F-91D7-15227214B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8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5D22-FB48-2DBD-81BD-10352F438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8F9C1-5026-0FC9-963E-EE6FACEC0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F9498-686C-9EC8-74EA-2CE115D0B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A93BE-9BC0-E8A1-9463-BDF0480E3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08C9-8144-4DA8-8E6B-94657F7F926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8915C-C446-9AA2-0559-9D0FC69AB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4DAB9-1BF7-4401-38FF-A2BF0447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7D37-C59E-440F-91D7-15227214B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0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8CBA9-0568-E0CA-AE2B-F69A37CC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5E56E-A0D6-DBB9-7159-7CE5AB091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AA613-BCDD-374B-41E1-6F24E8DFC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24D43-D8AD-3C8B-77B7-46C0674B0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BA1788-6536-94D5-A36F-53B697932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AC4DEC-8221-FCC2-8901-4473EAAA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08C9-8144-4DA8-8E6B-94657F7F926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395877-27F5-E683-ED0F-4D2412505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876284-9B81-F773-1AAC-A7D2227F0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7D37-C59E-440F-91D7-15227214B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17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D8DDA-5DA7-13F8-100A-182719519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6B4D07-E0D2-ADC1-5ABB-1A03190D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08C9-8144-4DA8-8E6B-94657F7F926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70CC3A-9D1D-F748-4380-2E823C9E3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16DC1-C59B-5F74-E334-3E6465EB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7D37-C59E-440F-91D7-15227214B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9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93B41-EACF-F047-EB50-255CF19B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08C9-8144-4DA8-8E6B-94657F7F926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F32FCC-F87F-D5CD-8066-1D580DDD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63719-3A05-8D6E-7C27-734A5BB5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7D37-C59E-440F-91D7-15227214B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90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0CA5F-99EB-73E7-2091-F86B9913D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72FF2-BE55-DE9E-8184-E62DD2E07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54317-AED2-ABFD-A8F4-1713F8E3E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16E92-F337-27E0-D8E0-2550D196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08C9-8144-4DA8-8E6B-94657F7F926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CF272-2F1B-6A3D-0C6E-E75A3122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F17DA-AD6C-62A3-15CB-1016DAB7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7D37-C59E-440F-91D7-15227214B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87D5-4804-E568-BBB3-8E9A37279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9AE2A-18F4-D16C-4350-A5DDA2F00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F4AA8-6C93-88D0-3272-259DB3B45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6464A-9DD8-8669-645F-2B5D923D0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08C9-8144-4DA8-8E6B-94657F7F926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13742-FB19-C7ED-AF77-455120A3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C4F70-B28E-9FA4-4CF7-29B74549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7D37-C59E-440F-91D7-15227214B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2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367F-6C9F-F064-F7DB-830C8565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D16E9-719A-3FF9-C02A-BC3E520E6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8AB8D-D7C4-67EA-75EF-67F21BD53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08C9-8144-4DA8-8E6B-94657F7F926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D3956-8E46-BEA8-70A5-1A107034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E455D-9E94-AE36-0069-8A7C87C6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7D37-C59E-440F-91D7-15227214B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3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3F51F-0176-7139-414B-5FF53E7C5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55F8B-4FC0-95FC-BA86-E7B378E66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22F6B-4D9A-721D-C3EA-8F60050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908C9-8144-4DA8-8E6B-94657F7F926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FEDE9-D1F5-154B-B466-A698DA5B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63BC5-FE40-3238-6D92-AA755EE0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07D37-C59E-440F-91D7-15227214B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9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46F83-0ED8-2967-6502-7A967E59E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22C8D-234D-4FD6-003C-9FCCA4A05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BCD35-6A83-E4B2-16C5-8F4834B3B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908C9-8144-4DA8-8E6B-94657F7F926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02FCB-A307-370D-2B3C-DE1DAAA39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8DCAD-7A53-9C76-FD25-5C3992A42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07D37-C59E-440F-91D7-15227214B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2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09E3ED-B9EE-15D7-9969-3F679F2EEBBF}"/>
              </a:ext>
            </a:extLst>
          </p:cNvPr>
          <p:cNvSpPr/>
          <p:nvPr/>
        </p:nvSpPr>
        <p:spPr>
          <a:xfrm>
            <a:off x="376198" y="1748850"/>
            <a:ext cx="1081177" cy="10294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Read frame from video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AD4CDA-F6EE-2311-7310-7A8B5E56E3FA}"/>
              </a:ext>
            </a:extLst>
          </p:cNvPr>
          <p:cNvSpPr/>
          <p:nvPr/>
        </p:nvSpPr>
        <p:spPr>
          <a:xfrm>
            <a:off x="3354237" y="2968922"/>
            <a:ext cx="1081177" cy="102941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Blur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F3112C-60C5-4D37-C4C2-BDCC8372F8DB}"/>
              </a:ext>
            </a:extLst>
          </p:cNvPr>
          <p:cNvSpPr/>
          <p:nvPr/>
        </p:nvSpPr>
        <p:spPr>
          <a:xfrm>
            <a:off x="7074792" y="1959021"/>
            <a:ext cx="1081177" cy="1269405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Inverse binary threshold card corners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9C4481-2525-9E45-0917-F61740942F1F}"/>
              </a:ext>
            </a:extLst>
          </p:cNvPr>
          <p:cNvSpPr/>
          <p:nvPr/>
        </p:nvSpPr>
        <p:spPr>
          <a:xfrm>
            <a:off x="7028430" y="3512321"/>
            <a:ext cx="1192068" cy="918597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Match card corners to templates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EE9E14-4FA8-F3EC-8DBB-4FB544705AE8}"/>
              </a:ext>
            </a:extLst>
          </p:cNvPr>
          <p:cNvSpPr txBox="1"/>
          <p:nvPr/>
        </p:nvSpPr>
        <p:spPr>
          <a:xfrm>
            <a:off x="1594091" y="858565"/>
            <a:ext cx="1626792" cy="369332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Load template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6E1396-87D9-82D6-3890-D7CBAAB068F8}"/>
              </a:ext>
            </a:extLst>
          </p:cNvPr>
          <p:cNvSpPr txBox="1"/>
          <p:nvPr/>
        </p:nvSpPr>
        <p:spPr>
          <a:xfrm>
            <a:off x="3901204" y="858565"/>
            <a:ext cx="1611916" cy="36933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Process frame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8F159-2923-313B-46C1-E4E40865E71C}"/>
              </a:ext>
            </a:extLst>
          </p:cNvPr>
          <p:cNvSpPr txBox="1"/>
          <p:nvPr/>
        </p:nvSpPr>
        <p:spPr>
          <a:xfrm>
            <a:off x="6247681" y="858565"/>
            <a:ext cx="2723438" cy="646331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Match cards to templates OpenMP employ 6 cores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977304-6F87-7C4B-F5F7-BF948864516B}"/>
              </a:ext>
            </a:extLst>
          </p:cNvPr>
          <p:cNvSpPr txBox="1"/>
          <p:nvPr/>
        </p:nvSpPr>
        <p:spPr>
          <a:xfrm>
            <a:off x="9147528" y="858564"/>
            <a:ext cx="2900762" cy="646331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Calculate Blackjack value and recommendation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09540B-17A2-C192-0DB6-D2BA49B8DC3F}"/>
              </a:ext>
            </a:extLst>
          </p:cNvPr>
          <p:cNvSpPr/>
          <p:nvPr/>
        </p:nvSpPr>
        <p:spPr>
          <a:xfrm>
            <a:off x="3354236" y="4326028"/>
            <a:ext cx="1081177" cy="102941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Canny Edge detect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AAB21C-D3AC-7A8E-4550-62DFC6D9132A}"/>
              </a:ext>
            </a:extLst>
          </p:cNvPr>
          <p:cNvSpPr/>
          <p:nvPr/>
        </p:nvSpPr>
        <p:spPr>
          <a:xfrm>
            <a:off x="3354236" y="5575101"/>
            <a:ext cx="1081177" cy="102941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 contours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596A5-C9E4-B5BA-CEE3-EF81A2585DAA}"/>
              </a:ext>
            </a:extLst>
          </p:cNvPr>
          <p:cNvSpPr/>
          <p:nvPr/>
        </p:nvSpPr>
        <p:spPr>
          <a:xfrm>
            <a:off x="3360616" y="1739731"/>
            <a:ext cx="1081177" cy="102941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Grayscale image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114AE9-AB41-8537-D03A-B43C31C9A4A1}"/>
              </a:ext>
            </a:extLst>
          </p:cNvPr>
          <p:cNvSpPr/>
          <p:nvPr/>
        </p:nvSpPr>
        <p:spPr>
          <a:xfrm>
            <a:off x="1866899" y="1754602"/>
            <a:ext cx="1081177" cy="1029419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Load 52 card templates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19375D-06D0-4E69-CE43-A57E4682B555}"/>
              </a:ext>
            </a:extLst>
          </p:cNvPr>
          <p:cNvSpPr/>
          <p:nvPr/>
        </p:nvSpPr>
        <p:spPr>
          <a:xfrm>
            <a:off x="1866900" y="3144988"/>
            <a:ext cx="1081177" cy="1029419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Inverse Binary</a:t>
            </a:r>
          </a:p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Threshold</a:t>
            </a:r>
          </a:p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templates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7FF917-47D3-FC20-7E29-D90E4CC3B291}"/>
              </a:ext>
            </a:extLst>
          </p:cNvPr>
          <p:cNvSpPr/>
          <p:nvPr/>
        </p:nvSpPr>
        <p:spPr>
          <a:xfrm>
            <a:off x="4924230" y="1739731"/>
            <a:ext cx="1081177" cy="102941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Keep card sized contours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9F749D-F69C-3563-376F-8A01EC375BD9}"/>
              </a:ext>
            </a:extLst>
          </p:cNvPr>
          <p:cNvSpPr/>
          <p:nvPr/>
        </p:nvSpPr>
        <p:spPr>
          <a:xfrm>
            <a:off x="4924229" y="2976882"/>
            <a:ext cx="1081177" cy="102941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Pull cards from contours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936631-514B-B138-273B-6187EB69F4B7}"/>
              </a:ext>
            </a:extLst>
          </p:cNvPr>
          <p:cNvSpPr/>
          <p:nvPr/>
        </p:nvSpPr>
        <p:spPr>
          <a:xfrm>
            <a:off x="4924228" y="4302817"/>
            <a:ext cx="1081177" cy="102941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Warp to straight up and down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7C31B5-28F5-4016-E313-C219104D8447}"/>
              </a:ext>
            </a:extLst>
          </p:cNvPr>
          <p:cNvSpPr/>
          <p:nvPr/>
        </p:nvSpPr>
        <p:spPr>
          <a:xfrm>
            <a:off x="4924228" y="5594684"/>
            <a:ext cx="1081177" cy="102941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Take top left corner of card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81D82D-86E4-03C2-2D0B-E0AE38967CCA}"/>
              </a:ext>
            </a:extLst>
          </p:cNvPr>
          <p:cNvSpPr txBox="1"/>
          <p:nvPr/>
        </p:nvSpPr>
        <p:spPr>
          <a:xfrm>
            <a:off x="3930118" y="319264"/>
            <a:ext cx="4331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Flowchart for Blackjack assistant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31247A6-5C94-9A7A-3EAD-1F80FB3DF2F4}"/>
              </a:ext>
            </a:extLst>
          </p:cNvPr>
          <p:cNvSpPr/>
          <p:nvPr/>
        </p:nvSpPr>
        <p:spPr>
          <a:xfrm>
            <a:off x="7028430" y="4781726"/>
            <a:ext cx="1192068" cy="1570011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Assign card value to highest correlation from matching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498611A-A989-788C-2962-8B4777D2D774}"/>
              </a:ext>
            </a:extLst>
          </p:cNvPr>
          <p:cNvSpPr/>
          <p:nvPr/>
        </p:nvSpPr>
        <p:spPr>
          <a:xfrm>
            <a:off x="10048358" y="1992607"/>
            <a:ext cx="1304488" cy="918597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Differentiate dealer and player card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DAB9F5F-9226-1E61-1CC6-8F1056BF6164}"/>
              </a:ext>
            </a:extLst>
          </p:cNvPr>
          <p:cNvSpPr/>
          <p:nvPr/>
        </p:nvSpPr>
        <p:spPr>
          <a:xfrm>
            <a:off x="10048358" y="3191982"/>
            <a:ext cx="1304488" cy="918597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Calc Blackjack values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7F8A32-A768-2099-1199-D63D65D38E40}"/>
              </a:ext>
            </a:extLst>
          </p:cNvPr>
          <p:cNvSpPr/>
          <p:nvPr/>
        </p:nvSpPr>
        <p:spPr>
          <a:xfrm>
            <a:off x="10048358" y="4336213"/>
            <a:ext cx="1304488" cy="918597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Compare against Blackjack strategy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7E30595-084B-C29D-DCC0-975FA7B6F209}"/>
              </a:ext>
            </a:extLst>
          </p:cNvPr>
          <p:cNvSpPr/>
          <p:nvPr/>
        </p:nvSpPr>
        <p:spPr>
          <a:xfrm>
            <a:off x="9821196" y="5580517"/>
            <a:ext cx="1758812" cy="918597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Display card values and recommendation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091F42F-95B9-BD5F-1580-AFE95B3E45F9}"/>
              </a:ext>
            </a:extLst>
          </p:cNvPr>
          <p:cNvCxnSpPr>
            <a:cxnSpLocks/>
            <a:stCxn id="22" idx="2"/>
            <a:endCxn id="6" idx="0"/>
          </p:cNvCxnSpPr>
          <p:nvPr/>
        </p:nvCxnSpPr>
        <p:spPr>
          <a:xfrm flipH="1">
            <a:off x="3894826" y="2769150"/>
            <a:ext cx="6379" cy="199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D5F6AFA-2DE8-ABF4-2466-E2E8B949C7B3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 flipH="1">
            <a:off x="3894825" y="3998341"/>
            <a:ext cx="1" cy="327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A569C9C-D922-90E2-FEEF-CDF8CD78B4CC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3894825" y="5355447"/>
            <a:ext cx="0" cy="219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FE15AFA6-4D91-714E-B833-FB70599B13E4}"/>
              </a:ext>
            </a:extLst>
          </p:cNvPr>
          <p:cNvCxnSpPr>
            <a:cxnSpLocks/>
            <a:stCxn id="20" idx="3"/>
            <a:endCxn id="29" idx="0"/>
          </p:cNvCxnSpPr>
          <p:nvPr/>
        </p:nvCxnSpPr>
        <p:spPr>
          <a:xfrm flipV="1">
            <a:off x="4435413" y="1739731"/>
            <a:ext cx="1029406" cy="4350080"/>
          </a:xfrm>
          <a:prstGeom prst="bentConnector4">
            <a:avLst>
              <a:gd name="adj1" fmla="val 23743"/>
              <a:gd name="adj2" fmla="val 10525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D4E6D11-22C8-B07E-50AA-F47F32F5A4D7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flipH="1">
            <a:off x="5464818" y="2769150"/>
            <a:ext cx="1" cy="207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10B96C7-8B06-EC90-8D7A-8253ADCCF762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5464817" y="4006301"/>
            <a:ext cx="1" cy="296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9FA444E-AA73-7F10-2AC2-89DAEDA2C287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5464817" y="5332236"/>
            <a:ext cx="0" cy="262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0D90302D-735E-DA21-5338-CC60D1F123B8}"/>
              </a:ext>
            </a:extLst>
          </p:cNvPr>
          <p:cNvCxnSpPr>
            <a:stCxn id="35" idx="3"/>
            <a:endCxn id="8" idx="0"/>
          </p:cNvCxnSpPr>
          <p:nvPr/>
        </p:nvCxnSpPr>
        <p:spPr>
          <a:xfrm flipV="1">
            <a:off x="6005405" y="1959021"/>
            <a:ext cx="1609976" cy="4150373"/>
          </a:xfrm>
          <a:prstGeom prst="bentConnector4">
            <a:avLst>
              <a:gd name="adj1" fmla="val 33211"/>
              <a:gd name="adj2" fmla="val 10550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A38A2FD-0C24-ED2C-D11D-C361BA5585AA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7615381" y="3228426"/>
            <a:ext cx="9083" cy="283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5E33567-E70F-3BC4-A420-DB46B5062927}"/>
              </a:ext>
            </a:extLst>
          </p:cNvPr>
          <p:cNvCxnSpPr>
            <a:cxnSpLocks/>
            <a:stCxn id="10" idx="2"/>
            <a:endCxn id="39" idx="0"/>
          </p:cNvCxnSpPr>
          <p:nvPr/>
        </p:nvCxnSpPr>
        <p:spPr>
          <a:xfrm>
            <a:off x="7624464" y="4430918"/>
            <a:ext cx="0" cy="350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886271E7-5A42-A3E3-F554-93C33FF1ADF0}"/>
              </a:ext>
            </a:extLst>
          </p:cNvPr>
          <p:cNvCxnSpPr>
            <a:stCxn id="39" idx="3"/>
            <a:endCxn id="41" idx="0"/>
          </p:cNvCxnSpPr>
          <p:nvPr/>
        </p:nvCxnSpPr>
        <p:spPr>
          <a:xfrm flipV="1">
            <a:off x="8220498" y="1992607"/>
            <a:ext cx="2480104" cy="3574125"/>
          </a:xfrm>
          <a:prstGeom prst="bentConnector4">
            <a:avLst>
              <a:gd name="adj1" fmla="val 36850"/>
              <a:gd name="adj2" fmla="val 10639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6239C07-44AD-55D4-D557-5309734833A3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10700602" y="2911204"/>
            <a:ext cx="0" cy="280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5F00E2B-6805-E946-5216-4FFB82B2AB66}"/>
              </a:ext>
            </a:extLst>
          </p:cNvPr>
          <p:cNvCxnSpPr>
            <a:stCxn id="43" idx="2"/>
            <a:endCxn id="45" idx="0"/>
          </p:cNvCxnSpPr>
          <p:nvPr/>
        </p:nvCxnSpPr>
        <p:spPr>
          <a:xfrm>
            <a:off x="10700602" y="4110579"/>
            <a:ext cx="0" cy="225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59BA5F2-BB56-27C6-4584-76AD368094B4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>
            <a:off x="10700602" y="5254810"/>
            <a:ext cx="0" cy="325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AE7E19B6-62A7-6541-92CF-C323FCD5E466}"/>
              </a:ext>
            </a:extLst>
          </p:cNvPr>
          <p:cNvCxnSpPr>
            <a:stCxn id="26" idx="3"/>
            <a:endCxn id="22" idx="0"/>
          </p:cNvCxnSpPr>
          <p:nvPr/>
        </p:nvCxnSpPr>
        <p:spPr>
          <a:xfrm flipV="1">
            <a:off x="2948077" y="1739731"/>
            <a:ext cx="953128" cy="1919967"/>
          </a:xfrm>
          <a:prstGeom prst="bentConnector4">
            <a:avLst>
              <a:gd name="adj1" fmla="val 21641"/>
              <a:gd name="adj2" fmla="val 11190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BFCEA2E-F6D4-52E0-737C-50796A8FAD85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>
            <a:off x="2407488" y="2784021"/>
            <a:ext cx="1" cy="360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7D07BD23-940B-AF86-747A-FF26B4ECEAE4}"/>
              </a:ext>
            </a:extLst>
          </p:cNvPr>
          <p:cNvCxnSpPr>
            <a:stCxn id="4" idx="3"/>
            <a:endCxn id="24" idx="1"/>
          </p:cNvCxnSpPr>
          <p:nvPr/>
        </p:nvCxnSpPr>
        <p:spPr>
          <a:xfrm>
            <a:off x="1457375" y="2263560"/>
            <a:ext cx="409524" cy="5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F37F0602-CE5F-F13A-10F5-2CBD249CBAEB}"/>
              </a:ext>
            </a:extLst>
          </p:cNvPr>
          <p:cNvCxnSpPr>
            <a:stCxn id="47" idx="2"/>
            <a:endCxn id="4" idx="2"/>
          </p:cNvCxnSpPr>
          <p:nvPr/>
        </p:nvCxnSpPr>
        <p:spPr>
          <a:xfrm rot="5400000" flipH="1">
            <a:off x="3948272" y="-253215"/>
            <a:ext cx="3720845" cy="9783815"/>
          </a:xfrm>
          <a:prstGeom prst="bentConnector3">
            <a:avLst>
              <a:gd name="adj1" fmla="val -61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451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97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 Orlando</dc:creator>
  <cp:lastModifiedBy>Phil Orlando</cp:lastModifiedBy>
  <cp:revision>1</cp:revision>
  <dcterms:created xsi:type="dcterms:W3CDTF">2026-07-31T15:22:19Z</dcterms:created>
  <dcterms:modified xsi:type="dcterms:W3CDTF">2026-07-31T16:52:33Z</dcterms:modified>
</cp:coreProperties>
</file>